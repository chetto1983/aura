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Corpus di prova Aura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La sovranita appartiene al popolo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0" y="1463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che la esercita nelle forme e nei limiti della Costituzione.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Principi fondamentali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La sovranita appartiene al popolo che la esercita nelle forme e nei limiti della Costituzione.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2026-08-06T22:10:25Z</dcterms:created>
  <dcterms:modified xsi:type="dcterms:W3CDTF">2026-08-06T22:10:25Z</dcterms:modified>
</cp:coreProperties>
</file>